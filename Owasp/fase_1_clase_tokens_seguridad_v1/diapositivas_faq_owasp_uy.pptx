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60" r:id="rId14"/>
    <p:sldId id="261" r:id="rId15"/>
    <p:sldId id="262" r:id="rId16"/>
  </p:sldIdLst>
  <p:sldSz cy="6858000" cx="12192000"/>
  <p:notesSz cx="6858000" cy="12192000"/>
  <p:embeddedFontLst>
    <p:embeddedFont>
      <p:font typeface="La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F+HbnaMg0VhR1Dmmezqh6geLC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ato-regular.fntdata"/><Relationship Id="rId10" Type="http://schemas.openxmlformats.org/officeDocument/2006/relationships/font" Target="fonts/Lato-bold.fntdata"/><Relationship Id="rId11" Type="http://schemas.openxmlformats.org/officeDocument/2006/relationships/font" Target="fonts/Lato-italic.fntdata"/><Relationship Id="rId12" Type="http://schemas.openxmlformats.org/officeDocument/2006/relationships/font" Target="fonts/Lato-boldItalic.fntdata"/><Relationship Id="rId13" Type="http://customschemas.google.com/relationships/presentationmetadata" Target="metadata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aclaraciones de formato que siempre aparecen. Uno: base64 no es cifrado, es una codificación sin clave; en JOSE el cifrado real es JWE, y un JWT común es JWS, o sea firmado pero legible. Dos: HMAC-SHA1 es un MAC simétrico, clave más hash, que OAuth 1.0 usaba para firmar cada request; hoy se prefiere SHA-256. Tres: el payload de un JWT son claims, y amr dice con qué métodos se autenticó mientras acr dice con qué garantía. La API no sabe que hubo MFA salvo que el emisor los ponga y el validador los revise.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Cuatro respuestas sobre ataque y defensa. Un JWT mal validado no es culpa del token sino del validador: alg:none, confusión de RS256 a HS256, inyección de kid; la regla es que la política de verificación sale de la configuración. La defensa de fondo es exigir prueba de posesión: mTLS con el token atado al certificado, o DPoP firmando cada request, así robar el token no alcanza. Las passkeys resisten el phishing porque el origen va atado criptográficamente a la firma. Y lo que no se cubre es el robo del artefacto ya autenticado: AiTM e infostealers, el pass-the-cookie.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Tres cierres. El bearer no es exclusivo de OAuth: el esquema vive en el marco de autenticación de HTTP y cualquier API puede usarlo; y OAuth puede emitir tokens sender-constrained, que no son bearer puro. Todos los flujos de OAuth 2 emiten un access token; Implicit y Password quedaron retirados por RFC 9700 en 2025. Las versiones de HTTP no crean el problema del bearer, pero cambian la superficie: compresión de cabeceras, inspección de binario, smuggling. Y por último, BOLA, BFLA y BOPLA: autorización a nivel de objeto, función y propiedad. Autenticar no es autorizar.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out logo on corner">
  <p:cSld name="DEFAUL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fba80d6a72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7400" y="5086350"/>
            <a:ext cx="25146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with logo on corner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itle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ba80d6a72_0_48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3fba80d6a72_0_48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fba80d6a72_0_48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ba80d6a72_0_52"/>
          <p:cNvSpPr/>
          <p:nvPr/>
        </p:nvSpPr>
        <p:spPr>
          <a:xfrm>
            <a:off x="548640" y="1078992"/>
            <a:ext cx="640200" cy="54900"/>
          </a:xfrm>
          <a:prstGeom prst="rect">
            <a:avLst/>
          </a:prstGeom>
          <a:solidFill>
            <a:srgbClr val="74A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g3fba80d6a72_0_52"/>
          <p:cNvSpPr txBox="1"/>
          <p:nvPr>
            <p:ph idx="1" type="subTitle"/>
          </p:nvPr>
        </p:nvSpPr>
        <p:spPr>
          <a:xfrm>
            <a:off x="452438" y="488075"/>
            <a:ext cx="84891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3200"/>
              <a:buFont typeface="Lato"/>
              <a:buNone/>
              <a:defRPr b="1" sz="32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ba80d6a72_0_52"/>
          <p:cNvSpPr txBox="1"/>
          <p:nvPr>
            <p:ph idx="2" type="body"/>
          </p:nvPr>
        </p:nvSpPr>
        <p:spPr>
          <a:xfrm>
            <a:off x="571550" y="1524000"/>
            <a:ext cx="8250900" cy="41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93700" lvl="0" marL="4572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93700" lvl="2" marL="13716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3pPr>
            <a:lvl4pPr indent="-393700" lvl="3" marL="18288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4pPr>
            <a:lvl5pPr indent="-393700" lvl="4" marL="22860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5pPr>
            <a:lvl6pPr indent="-393700" lvl="5" marL="27432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6pPr>
            <a:lvl7pPr indent="-393700" lvl="6" marL="32004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7pPr>
            <a:lvl8pPr indent="-393700" lvl="7" marL="3657600">
              <a:spcBef>
                <a:spcPts val="0"/>
              </a:spcBef>
              <a:spcAft>
                <a:spcPts val="0"/>
              </a:spcAft>
              <a:buSzPts val="2600"/>
              <a:buChar char="○"/>
              <a:defRPr sz="2600"/>
            </a:lvl8pPr>
            <a:lvl9pPr indent="-393700" lvl="8" marL="4114800">
              <a:spcBef>
                <a:spcPts val="0"/>
              </a:spcBef>
              <a:spcAft>
                <a:spcPts val="0"/>
              </a:spcAft>
              <a:buSzPts val="2600"/>
              <a:buChar char="■"/>
              <a:defRPr sz="2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ba80d6a72_0_44"/>
          <p:cNvSpPr txBox="1"/>
          <p:nvPr>
            <p:ph type="title"/>
          </p:nvPr>
        </p:nvSpPr>
        <p:spPr>
          <a:xfrm>
            <a:off x="773900" y="1571625"/>
            <a:ext cx="7143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738"/>
              </a:buClr>
              <a:buSzPts val="6400"/>
              <a:buFont typeface="Lato"/>
              <a:buNone/>
              <a:defRPr b="1" sz="64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g3fba80d6a72_0_44"/>
          <p:cNvSpPr txBox="1"/>
          <p:nvPr>
            <p:ph idx="2" type="title"/>
          </p:nvPr>
        </p:nvSpPr>
        <p:spPr>
          <a:xfrm>
            <a:off x="773900" y="3381225"/>
            <a:ext cx="9786900" cy="11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9A00"/>
              </a:buClr>
              <a:buSzPts val="5600"/>
              <a:buFont typeface="Lato"/>
              <a:buNone/>
              <a:defRPr b="1" i="1" sz="5600">
                <a:solidFill>
                  <a:srgbClr val="FFCC0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g3fba80d6a72_0_44"/>
          <p:cNvSpPr txBox="1"/>
          <p:nvPr>
            <p:ph idx="1" type="body"/>
          </p:nvPr>
        </p:nvSpPr>
        <p:spPr>
          <a:xfrm>
            <a:off x="773900" y="5572150"/>
            <a:ext cx="8250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600">
                <a:solidFill>
                  <a:srgbClr val="1B2738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p14:dur="2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(1/3): formatos y cifrado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Base64 no es cifrado — </a:t>
            </a:r>
            <a:r>
              <a:rPr sz="2600" b="0">
                <a:solidFill>
                  <a:srgbClr val="1B2738"/>
                </a:solidFill>
                <a:latin typeface="Lato"/>
              </a:rPr>
              <a:t>es una codificación sin clave; el cifrado real de JOSE es JWE, y un JWT común es JWS: firmado, no sellado.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HMAC-SHA1 — </a:t>
            </a:r>
            <a:r>
              <a:rPr sz="2600" b="0">
                <a:solidFill>
                  <a:srgbClr val="1B2738"/>
                </a:solidFill>
                <a:latin typeface="Lato"/>
              </a:rPr>
              <a:t>MAC simétrico (clave + hash, RFC 2104); OAuth 1.0 firmaba cada request con él; hoy se prefiere SHA-256.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JOSE — </a:t>
            </a:r>
            <a:r>
              <a:rPr sz="2600" b="0">
                <a:solidFill>
                  <a:srgbClr val="1B2738"/>
                </a:solidFill>
                <a:latin typeface="Lato"/>
              </a:rPr>
              <a:t>JWS (firma), JWE (cifrado), JWK (claves), JWA (algoritmos) y JWT (el token con claims).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Claims, amr y acr — </a:t>
            </a:r>
            <a:r>
              <a:rPr sz="2600" b="0">
                <a:solidFill>
                  <a:srgbClr val="1B2738"/>
                </a:solidFill>
                <a:latin typeface="Lato"/>
              </a:rPr>
              <a:t>amr (RFC 8176) dice con qué métodos; acr, con qué garantía. La API no sabe si hubo MFA salvo que los revise.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2104; RFC 7515–7519; RFC 8176 (2017); RFC 8725 (2020).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FAQ 1 /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(2/3): ataques y defensas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JWT mal validado — </a:t>
            </a:r>
            <a:r>
              <a:rPr sz="2600" b="0">
                <a:solidFill>
                  <a:srgbClr val="1B2738"/>
                </a:solidFill>
                <a:latin typeface="Lato"/>
              </a:rPr>
              <a:t>alg:none, confusión HS/RS, inyección de kid. La política de verificación sale de la config, no del token.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Prueba de posesión — </a:t>
            </a:r>
            <a:r>
              <a:rPr sz="2600" b="0">
                <a:solidFill>
                  <a:srgbClr val="1B2738"/>
                </a:solidFill>
                <a:latin typeface="Lato"/>
              </a:rPr>
              <a:t>mTLS atado al certificado (RFC 8705) o DPoP (RFC 9449): robar el token no alcanza sin la clave privada.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Passkeys — </a:t>
            </a:r>
            <a:r>
              <a:rPr sz="2600" b="0">
                <a:solidFill>
                  <a:srgbClr val="1B2738"/>
                </a:solidFill>
                <a:latin typeface="Lato"/>
              </a:rPr>
              <a:t>el origen va atado criptográficamente a la firma; resisten el phishing por diseño (WebAuthn, 2019).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AiTM e infostealers — </a:t>
            </a:r>
            <a:r>
              <a:rPr sz="2600" b="0">
                <a:solidFill>
                  <a:srgbClr val="1B2738"/>
                </a:solidFill>
                <a:latin typeface="Lato"/>
              </a:rPr>
              <a:t>roban la sesión ya autenticada o la cookie del navegador y la reutilizan: pass-the-cookie.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8725 (2020); RFC 8705 (2020); RFC 9449 (2023); WebAuthn (2019).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FAQ 2 /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Preguntas frecuentes (3/3): OAuth, HTTP y autorización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sz="2600" b="1">
                <a:solidFill>
                  <a:srgbClr val="1B2738"/>
                </a:solidFill>
                <a:latin typeface="Lato"/>
              </a:rPr>
              <a:t>¿El bearer es exclusivo de OAuth? — </a:t>
            </a:r>
            <a:r>
              <a:rPr sz="2600" b="0">
                <a:solidFill>
                  <a:srgbClr val="1B2738"/>
                </a:solidFill>
                <a:latin typeface="Lato"/>
              </a:rPr>
              <a:t>no: el esquema Bearer es del marco HTTP; OAuth puede emitir tokens sender-constrained, no bearer puro.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Flujos OAuth 2 — </a:t>
            </a:r>
            <a:r>
              <a:rPr sz="2600" b="0">
                <a:solidFill>
                  <a:srgbClr val="1B2738"/>
                </a:solidFill>
                <a:latin typeface="Lato"/>
              </a:rPr>
              <a:t>todos emiten access token; Implicit y Password (ROPC) quedaron retirados por RFC 9700 (2025).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Versiones de HTTP — </a:t>
            </a:r>
            <a:r>
              <a:rPr sz="2600" b="0">
                <a:solidFill>
                  <a:srgbClr val="1B2738"/>
                </a:solidFill>
                <a:latin typeface="Lato"/>
              </a:rPr>
              <a:t>no crean el problema del bearer, pero cambian la superficie: compresión de cabeceras, inspección binaria, smuggling.</a:t>
            </a:r>
          </a:p>
          <a:p>
            <a:r>
              <a:rPr sz="2600" b="1">
                <a:solidFill>
                  <a:srgbClr val="1B2738"/>
                </a:solidFill>
                <a:latin typeface="Lato"/>
              </a:rPr>
              <a:t>BOLA / BFLA / BOPLA — </a:t>
            </a:r>
            <a:r>
              <a:rPr sz="2600" b="0">
                <a:solidFill>
                  <a:srgbClr val="1B2738"/>
                </a:solidFill>
                <a:latin typeface="Lato"/>
              </a:rPr>
              <a:t>autorización a nivel de objeto, función y propiedad. Autenticar no es autorizar.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50" y="5830000"/>
            <a:ext cx="82509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A7A7A"/>
                </a:solidFill>
                <a:latin typeface="Lato"/>
              </a:rPr>
              <a:t>Fuente: RFC 6749 / RFC 6750; RFC 9700 (2025); OWASP API Top 10 (2023).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0000" y="5830000"/>
            <a:ext cx="11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A7A7A"/>
                </a:solidFill>
                <a:latin typeface="Lato"/>
              </a:rPr>
              <a:t>FAQ 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WASP Uruguay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2026-05-21T00:46:05Z</dcterms:created>
  <dc:creator>Sebastián Passaro (duraznito)</dc:creator>
</cp:coreProperties>
</file>