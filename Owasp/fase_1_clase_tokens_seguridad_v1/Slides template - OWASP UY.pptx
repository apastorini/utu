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</p:sldIdLst>
  <p:sldSz cy="6858000" cx="12192000"/>
  <p:notesSz cx="6858000" cy="12192000"/>
  <p:embeddedFontLst>
    <p:embeddedFont>
      <p:font typeface="Lato"/>
      <p:regular r:id="rId9"/>
      <p:bold r:id="rId10"/>
      <p:italic r:id="rId11"/>
      <p:boldItalic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hF+HbnaMg0VhR1Dmmezqh6geLC1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Lato-italic.fntdata"/><Relationship Id="rId10" Type="http://schemas.openxmlformats.org/officeDocument/2006/relationships/font" Target="fonts/Lato-bold.fntdata"/><Relationship Id="rId13" Type="http://customschemas.google.com/relationships/presentationmetadata" Target="metadata"/><Relationship Id="rId12" Type="http://schemas.openxmlformats.org/officeDocument/2006/relationships/font" Target="fonts/Lato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Lato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fba80d6a72_0_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" name="Google Shape;26;g3fba80d6a72_0_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g3fba80d6a72_0_6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fba80d6a72_0_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" name="Google Shape;34;g3fba80d6a72_0_7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g3fba80d6a72_0_7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fba80d6a72_0_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" name="Google Shape;41;g3fba80d6a72_0_8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g3fba80d6a72_0_8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fba80d6a72_0_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" name="Google Shape;46;g3fba80d6a72_0_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g3fba80d6a72_0_9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 without logo on corner">
  <p:cSld name="DEFAUL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g3fba80d6a72_0_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77400" y="5086350"/>
            <a:ext cx="2514600" cy="177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 with logo on corner">
  <p:cSld name="CUSTOM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itle">
  <p:cSld name="CUSTOM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3fba80d6a72_0_48"/>
          <p:cNvSpPr txBox="1"/>
          <p:nvPr>
            <p:ph type="title"/>
          </p:nvPr>
        </p:nvSpPr>
        <p:spPr>
          <a:xfrm>
            <a:off x="773900" y="1571625"/>
            <a:ext cx="7143900" cy="180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738"/>
              </a:buClr>
              <a:buSzPts val="6400"/>
              <a:buFont typeface="Lato"/>
              <a:buNone/>
              <a:defRPr b="1" sz="6400">
                <a:solidFill>
                  <a:srgbClr val="1B2738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g3fba80d6a72_0_48"/>
          <p:cNvSpPr txBox="1"/>
          <p:nvPr>
            <p:ph idx="2" type="title"/>
          </p:nvPr>
        </p:nvSpPr>
        <p:spPr>
          <a:xfrm>
            <a:off x="773900" y="3381225"/>
            <a:ext cx="9786900" cy="119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9A00"/>
              </a:buClr>
              <a:buSzPts val="5600"/>
              <a:buFont typeface="Lato"/>
              <a:buNone/>
              <a:defRPr b="1" i="1" sz="5600">
                <a:solidFill>
                  <a:srgbClr val="FFCC0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g3fba80d6a72_0_48"/>
          <p:cNvSpPr txBox="1"/>
          <p:nvPr>
            <p:ph idx="1" type="body"/>
          </p:nvPr>
        </p:nvSpPr>
        <p:spPr>
          <a:xfrm>
            <a:off x="773900" y="5572150"/>
            <a:ext cx="8250900" cy="48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600">
                <a:solidFill>
                  <a:srgbClr val="1B2738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CUSTOM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fba80d6a72_0_52"/>
          <p:cNvSpPr/>
          <p:nvPr/>
        </p:nvSpPr>
        <p:spPr>
          <a:xfrm>
            <a:off x="548640" y="1078992"/>
            <a:ext cx="640200" cy="54900"/>
          </a:xfrm>
          <a:prstGeom prst="rect">
            <a:avLst/>
          </a:prstGeom>
          <a:solidFill>
            <a:srgbClr val="74AA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g3fba80d6a72_0_52"/>
          <p:cNvSpPr txBox="1"/>
          <p:nvPr>
            <p:ph idx="1" type="subTitle"/>
          </p:nvPr>
        </p:nvSpPr>
        <p:spPr>
          <a:xfrm>
            <a:off x="452438" y="488075"/>
            <a:ext cx="8489100" cy="5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738"/>
              </a:buClr>
              <a:buSzPts val="3200"/>
              <a:buFont typeface="Lato"/>
              <a:buNone/>
              <a:defRPr b="1" sz="3200">
                <a:solidFill>
                  <a:srgbClr val="1B2738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g3fba80d6a72_0_52"/>
          <p:cNvSpPr txBox="1"/>
          <p:nvPr>
            <p:ph idx="2" type="body"/>
          </p:nvPr>
        </p:nvSpPr>
        <p:spPr>
          <a:xfrm>
            <a:off x="571550" y="1524000"/>
            <a:ext cx="8250900" cy="416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93700" lvl="0" marL="457200"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600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rgbClr val="1B2738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93700" lvl="2" marL="1371600">
              <a:spcBef>
                <a:spcPts val="0"/>
              </a:spcBef>
              <a:spcAft>
                <a:spcPts val="0"/>
              </a:spcAft>
              <a:buSzPts val="2600"/>
              <a:buChar char="■"/>
              <a:defRPr sz="2600"/>
            </a:lvl3pPr>
            <a:lvl4pPr indent="-393700" lvl="3" marL="1828800"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600"/>
            </a:lvl4pPr>
            <a:lvl5pPr indent="-393700" lvl="4" marL="2286000">
              <a:spcBef>
                <a:spcPts val="0"/>
              </a:spcBef>
              <a:spcAft>
                <a:spcPts val="0"/>
              </a:spcAft>
              <a:buSzPts val="2600"/>
              <a:buChar char="○"/>
              <a:defRPr sz="2600"/>
            </a:lvl5pPr>
            <a:lvl6pPr indent="-393700" lvl="5" marL="2743200">
              <a:spcBef>
                <a:spcPts val="0"/>
              </a:spcBef>
              <a:spcAft>
                <a:spcPts val="0"/>
              </a:spcAft>
              <a:buSzPts val="2600"/>
              <a:buChar char="■"/>
              <a:defRPr sz="2600"/>
            </a:lvl6pPr>
            <a:lvl7pPr indent="-393700" lvl="6" marL="3200400"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600"/>
            </a:lvl7pPr>
            <a:lvl8pPr indent="-393700" lvl="7" marL="3657600">
              <a:spcBef>
                <a:spcPts val="0"/>
              </a:spcBef>
              <a:spcAft>
                <a:spcPts val="0"/>
              </a:spcAft>
              <a:buSzPts val="2600"/>
              <a:buChar char="○"/>
              <a:defRPr sz="2600"/>
            </a:lvl8pPr>
            <a:lvl9pPr indent="-393700" lvl="8" marL="4114800">
              <a:spcBef>
                <a:spcPts val="0"/>
              </a:spcBef>
              <a:spcAft>
                <a:spcPts val="0"/>
              </a:spcAft>
              <a:buSzPts val="2600"/>
              <a:buChar char="■"/>
              <a:defRPr sz="26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fba80d6a72_0_44"/>
          <p:cNvSpPr txBox="1"/>
          <p:nvPr>
            <p:ph type="title"/>
          </p:nvPr>
        </p:nvSpPr>
        <p:spPr>
          <a:xfrm>
            <a:off x="773900" y="1571625"/>
            <a:ext cx="7143900" cy="18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738"/>
              </a:buClr>
              <a:buSzPts val="6400"/>
              <a:buFont typeface="Lato"/>
              <a:buNone/>
              <a:defRPr b="1" sz="6400">
                <a:solidFill>
                  <a:srgbClr val="1B2738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" name="Google Shape;11;g3fba80d6a72_0_44"/>
          <p:cNvSpPr txBox="1"/>
          <p:nvPr>
            <p:ph idx="2" type="title"/>
          </p:nvPr>
        </p:nvSpPr>
        <p:spPr>
          <a:xfrm>
            <a:off x="773900" y="3381225"/>
            <a:ext cx="9786900" cy="11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9A00"/>
              </a:buClr>
              <a:buSzPts val="5600"/>
              <a:buFont typeface="Lato"/>
              <a:buNone/>
              <a:defRPr b="1" i="1" sz="5600">
                <a:solidFill>
                  <a:srgbClr val="FFCC0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" name="Google Shape;12;g3fba80d6a72_0_44"/>
          <p:cNvSpPr txBox="1"/>
          <p:nvPr>
            <p:ph idx="1" type="body"/>
          </p:nvPr>
        </p:nvSpPr>
        <p:spPr>
          <a:xfrm>
            <a:off x="773900" y="5572150"/>
            <a:ext cx="8250900" cy="48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600">
                <a:solidFill>
                  <a:srgbClr val="1B2738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</p:sldLayoutIdLst>
  <mc:AlternateContent>
    <mc:Choice Requires="p14">
      <p:transition p14:dur="200">
        <p:fade thruBlk="1"/>
      </p:transition>
    </mc:Choice>
    <mc:Fallback>
      <p:transition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fba80d6a72_0_64"/>
          <p:cNvSpPr txBox="1"/>
          <p:nvPr>
            <p:ph type="title"/>
          </p:nvPr>
        </p:nvSpPr>
        <p:spPr>
          <a:xfrm>
            <a:off x="773900" y="1571625"/>
            <a:ext cx="7143900" cy="180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g3fba80d6a72_0_64"/>
          <p:cNvSpPr txBox="1"/>
          <p:nvPr>
            <p:ph idx="2" type="title"/>
          </p:nvPr>
        </p:nvSpPr>
        <p:spPr>
          <a:xfrm>
            <a:off x="773900" y="3381225"/>
            <a:ext cx="9786900" cy="119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g3fba80d6a72_0_64"/>
          <p:cNvSpPr txBox="1"/>
          <p:nvPr>
            <p:ph idx="1" type="body"/>
          </p:nvPr>
        </p:nvSpPr>
        <p:spPr>
          <a:xfrm>
            <a:off x="773900" y="5572150"/>
            <a:ext cx="8250900" cy="48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fba80d6a72_0_78"/>
          <p:cNvSpPr txBox="1"/>
          <p:nvPr>
            <p:ph idx="2" type="body"/>
          </p:nvPr>
        </p:nvSpPr>
        <p:spPr>
          <a:xfrm>
            <a:off x="571550" y="1524000"/>
            <a:ext cx="8250900" cy="416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8" name="Google Shape;38;g3fba80d6a72_0_78"/>
          <p:cNvSpPr txBox="1"/>
          <p:nvPr>
            <p:ph idx="1" type="subTitle"/>
          </p:nvPr>
        </p:nvSpPr>
        <p:spPr>
          <a:xfrm>
            <a:off x="452438" y="488075"/>
            <a:ext cx="84891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WASP Uruguay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2026-05-21T00:46:05Z</dcterms:created>
  <dc:creator>Sebastián Passaro (duraznito)</dc:creator>
</cp:coreProperties>
</file>