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60" r:id="rId14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10" Type="http://schemas.openxmlformats.org/officeDocument/2006/relationships/font" Target="fonts/Lato-bold.fntdata"/><Relationship Id="rId11" Type="http://schemas.openxmlformats.org/officeDocument/2006/relationships/font" Target="fonts/Lato-italic.fntdata"/><Relationship Id="rId12" Type="http://schemas.openxmlformats.org/officeDocument/2006/relationships/font" Target="fonts/Lato-boldItalic.fntdata"/><Relationship Id="rId13" Type="http://customschemas.google.com/relationships/presentationmetadata" Target="metadata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NIST, en su guía de identidad vigente de julio de 2025, dice algo clave: no todos los autenticadores dan la misma garantía, y el nivel debe ligarse al riesgo. AAL2 exige dos factores de tipos distintos; AAL3 exige prueba criptográfica de posesión de una clave en hardware. WebAuthn y las passkeys, recomendación W3C de 2019, resisten el phishing por diseño: el desafío está atado al origen. Un OTP se puede phishear en tiempo real, y el SMS es el más débil. Y el step-up, con acr y amr, permite pedir más garantía solo para la operación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Passkeys son el único factor que sobrevive al phishing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NIST AAL1–AAL3 — </a:t>
            </a:r>
            <a:r>
              <a:rPr sz="2600" b="0">
                <a:solidFill>
                  <a:srgbClr val="1B2738"/>
                </a:solidFill>
                <a:latin typeface="Lato"/>
              </a:rPr>
              <a:t>el nivel de garantía se liga al riesgo; AAL2 pide dos factores de tipos distintos.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WebAuthn / passkeys — </a:t>
            </a:r>
            <a:r>
              <a:rPr sz="2600" b="0">
                <a:solidFill>
                  <a:srgbClr val="1B2738"/>
                </a:solidFill>
                <a:latin typeface="Lato"/>
              </a:rPr>
              <a:t>recomendación W3C 2019: el desafío está atado al origen, resisten el phishing.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TOTP y SMS — </a:t>
            </a:r>
            <a:r>
              <a:rPr sz="2600" b="0">
                <a:solidFill>
                  <a:srgbClr val="1B2738"/>
                </a:solidFill>
                <a:latin typeface="Lato"/>
              </a:rPr>
              <a:t>el OTP se phishea en tiempo real y el SMS es el más débil.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Step-up — </a:t>
            </a:r>
            <a:r>
              <a:rPr sz="2600" b="0">
                <a:solidFill>
                  <a:srgbClr val="1B2738"/>
                </a:solidFill>
                <a:latin typeface="Lato"/>
              </a:rPr>
              <a:t>acr y amr (RFC 8176) piden más garantía solo en la operación sensible.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NIST SP 800-63-4 (jul. 2025); WebAuthn (2019); RFC 8176 (2017).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0000" y="583000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15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