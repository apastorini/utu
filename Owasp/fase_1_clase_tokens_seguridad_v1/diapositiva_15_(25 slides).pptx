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60" r:id="rId14"/>
  </p:sldIdLst>
  <p:sldSz cy="6858000" cx="12192000"/>
  <p:notesSz cx="6858000" cy="12192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+HbnaMg0VhR1Dmmezqh6geL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10" Type="http://schemas.openxmlformats.org/officeDocument/2006/relationships/font" Target="fonts/Lato-bold.fntdata"/><Relationship Id="rId11" Type="http://schemas.openxmlformats.org/officeDocument/2006/relationships/font" Target="fonts/Lato-italic.fntdata"/><Relationship Id="rId12" Type="http://schemas.openxmlformats.org/officeDocument/2006/relationships/font" Target="fonts/Lato-boldItalic.fntdata"/><Relationship Id="rId13" Type="http://customschemas.google.com/relationships/presentationmetadata" Target="metadata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Hay tres familias de ataque que la MFA no cubre, porque atacan después de la emisión. Uno: fatiga de MFA, o push bombing —MITRE lo cataloga como T1621—: el atacante ya tiene la contraseña y dispara pushes hasta que la víctima aprueba. Dos: phishing adversary-in-the-middle: ya no roba la contraseña, intercepta la sesión completa que resultó de la MFA. Tres: infostealers, malware que extrae cookies y tokens del navegador y los reutiliza en otro equipo; se llama pass-the-cookie. En los tres, la MFA hizo su trabajo; el problema es que el artefacto se reutiliza.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out logo on corner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ba80d6a7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7400" y="5086350"/>
            <a:ext cx="25146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logo on corner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ba80d6a72_0_48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a80d6a72_0_48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a80d6a72_0_48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a80d6a72_0_52"/>
          <p:cNvSpPr/>
          <p:nvPr/>
        </p:nvSpPr>
        <p:spPr>
          <a:xfrm>
            <a:off x="548640" y="1078992"/>
            <a:ext cx="640200" cy="54900"/>
          </a:xfrm>
          <a:prstGeom prst="rect">
            <a:avLst/>
          </a:prstGeom>
          <a:solidFill>
            <a:srgbClr val="74A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ba80d6a72_0_52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3200"/>
              <a:buFont typeface="Lato"/>
              <a:buNone/>
              <a:defRPr b="1" sz="32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a80d6a72_0_52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ba80d6a72_0_4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g3fba80d6a72_0_4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g3fba80d6a72_0_4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p14:dur="2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La MFA cubre el login, no lo que pasa después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Fatiga de push (MITRE T1621) — </a:t>
            </a:r>
            <a:r>
              <a:rPr sz="2600" b="0">
                <a:solidFill>
                  <a:srgbClr val="1B2738"/>
                </a:solidFill>
                <a:latin typeface="Lato"/>
              </a:rPr>
              <a:t>después de la emisión: el atacante ya tiene la contraseña y dispara push hasta que la víctima aprueba.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Phishing AiTM — </a:t>
            </a:r>
            <a:r>
              <a:rPr sz="2600" b="0">
                <a:solidFill>
                  <a:srgbClr val="1B2738"/>
                </a:solidFill>
                <a:latin typeface="Lato"/>
              </a:rPr>
              <a:t>roba la sesión completa que ya pasó la MFA y la reutiliza.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Infostealers y pass-the-cookie — </a:t>
            </a:r>
            <a:r>
              <a:rPr sz="2600" b="0">
                <a:solidFill>
                  <a:srgbClr val="1B2738"/>
                </a:solidFill>
                <a:latin typeface="Lato"/>
              </a:rPr>
              <a:t>malware extrae cookies y tokens del navegador y los usa en otro equipo.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MITRE ATT&amp;CK T1621 · T1539; casos públicos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0000" y="583000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15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WASP Uruguay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2026-05-21T00:46:05Z</dcterms:created>
  <dc:creator>Sebastián Passaro (duraznito)</dc:creator>
</cp:coreProperties>
</file>